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1" r:id="rId2"/>
    <p:sldId id="367" r:id="rId3"/>
    <p:sldId id="368" r:id="rId4"/>
    <p:sldId id="370" r:id="rId5"/>
    <p:sldId id="3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5F01B3-F417-FA50-8BAF-BE28E358C6D8}" v="1644" dt="2026-10-05T02:55:00.542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6" autoAdjust="0"/>
    <p:restoredTop sz="94706" autoAdjust="0"/>
  </p:normalViewPr>
  <p:slideViewPr>
    <p:cSldViewPr>
      <p:cViewPr varScale="1">
        <p:scale>
          <a:sx n="102" d="100"/>
          <a:sy n="102" d="100"/>
        </p:scale>
        <p:origin x="756" y="13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10/4/2026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10/4/2026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ckster.io/team-4four/automatic-shot-dispenser-6947b0" TargetMode="External"/><Relationship Id="rId2" Type="http://schemas.openxmlformats.org/officeDocument/2006/relationships/hyperlink" Target="https://www.hackster.io/samsquanch/shotomatic-55e0f5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Silicone-Tubing-Flexible-Brewing-Length/dp/B0GSB5MHDL/ref=sr_1_8?crid=3AGPFNF043SYD&amp;dib=eyJ2IjoiMSJ9.5t4OZM2Fe2cC_wCAtKPWmIflMDqNith-YcKyYhvppokDmgwpN9FEc1d-KtPKUqV9UfWtymJl6RdDOMuF5PB68Wba_O5b1utWbC2Rs_0HBnWXYytD5HKmJvhsQL2Q-9Hw0CJ0FrgbeXrlHuMsxg6eF_vgORsIElZf7nDZSmXaunweIojpFpd8OEuwZk3OS7Wz4XYujTTNka38GNBrfJB-xTP4dt20xcvfKsa0zP-9xYY.yXy7BSmUokQtEs3w0e5EHET6HCWh7ABYbszirEaC0IA&amp;dib_tag=se&amp;keywords=food+safe+tubing+.22%22+inner+diameter&amp;qid=1790982959&amp;sprefix=food+safe+tubing+.22+inner+diameter%2Caps%2C128&amp;sr=8-8" TargetMode="External"/><Relationship Id="rId2" Type="http://schemas.openxmlformats.org/officeDocument/2006/relationships/hyperlink" Target="https://www.amazon.com/ALAMSCN-Submersible-Aquariums-Fountain-Hydroponics/dp/B08PBQ1N1G/ref=sr_1_8?dib=eyJ2IjoiMSJ9.0xk9STneotKw4LQDiweCv6h1HByzgDYlQeycA40EFYBFpicM9MiixP6C9qE04l6nmyFjXkV89vm-zoP-Fj5cvEkijouVK1MTLG0cXgbOP7_Fyx-K4m3HUxpETL_xlMXQ2f3NvVQpPls7SO7T7WZibSbssvWFTZBu4l9VNSBz36B4cf6JSuWd9yxfp1dsXdpTMPIjymVdWXJbcQsscqJBWYWpNSLyaPF0KvOifJZuJJj90NuOuPpI1Kfo_MlHqWETsXNF5kB5L1GeQTNIdN3X_17RVSCSsV8EOi6ejk64RQE.bHbsnOoqvfsdlcxTXCaDtlMo2eBZMpTU4uUKZ60n2No&amp;dib_tag=se&amp;keywords=small%2Bdc%2Bwater%2Bpump&amp;qid=1790980800&amp;sr=8-8&amp;th=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mazon.com/Sensor-Distance-Counting-Photoelectric-Through-Beam/dp/B0FPCR98F2/ref=sr_1_1?crid=MGT34WKCO820&amp;dib=eyJ2IjoiMSJ9.LgIvzJqKIS_SPSfjwF9GxbVdiN984xB2sgOKZXHmBCXv3FLJpdzF3VbxaE8c2FWrUu7-M9ps7VSzZ7ivjTnC7wRpuWAOTmXx7vwpVMIB9NnweAp7umyaGsSNlKlrxRNquiBHJvGmD0lPmMo7H2ga-AJOxWoCEgiq8DQ4v3Di25IAcPQSKW2jpJsb_0PkgJsiHgm9vURIsmKeuxK8Znccfn3hpBUkgZD__2CFydFUb0A.lThLnYG4ODBCRSi-zKHipEl7_0NusU4FribKnoQ1AiA&amp;dib_tag=se&amp;keywords=Ir%2Bbreak%2Bbeam%2Bsensor%2B3.3V&amp;qid=1791165087&amp;sprefix=ir%2Bbreak%2Bbeam%2Bsensor%2B3.3v%2Caps%2C152&amp;sr=8-1&amp;th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Drink Dispenser Proposal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10/2/2026</a:t>
            </a:r>
          </a:p>
          <a:p>
            <a:r>
              <a:rPr lang="en-US" dirty="0"/>
              <a:t>Tori Barrera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/>
              <a:t>Device Function </a:t>
            </a:r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Drink dispenser </a:t>
            </a:r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Buttons dispense different drinks </a:t>
            </a:r>
            <a:endParaRPr lang="en-US" dirty="0"/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Mix &amp; pour drinks easily with no mess </a:t>
            </a:r>
            <a:endParaRPr lang="en-US" dirty="0"/>
          </a:p>
          <a:p>
            <a:pPr>
              <a:buClr>
                <a:srgbClr val="276F8B"/>
              </a:buClr>
            </a:pPr>
            <a:r>
              <a:rPr lang="en-US" dirty="0">
                <a:cs typeface="Arial"/>
              </a:rPr>
              <a:t>Project Inspiration </a:t>
            </a:r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2 photon wireless shot dispensers </a:t>
            </a:r>
          </a:p>
          <a:p>
            <a:pPr lvl="2" indent="-179070">
              <a:buClr>
                <a:srgbClr val="276F8B"/>
              </a:buClr>
              <a:buFont typeface="Wingdings" pitchFamily="34" charset="0"/>
              <a:buChar char="§"/>
            </a:pPr>
            <a:r>
              <a:rPr lang="en-US" dirty="0">
                <a:cs typeface="Arial"/>
                <a:hlinkClick r:id="rId2"/>
              </a:rPr>
              <a:t>Shotomatic</a:t>
            </a:r>
            <a:r>
              <a:rPr lang="en-US" dirty="0">
                <a:cs typeface="Arial"/>
              </a:rPr>
              <a:t> </a:t>
            </a:r>
          </a:p>
          <a:p>
            <a:pPr lvl="2" indent="-179070">
              <a:buClr>
                <a:srgbClr val="276F8B"/>
              </a:buClr>
              <a:buFont typeface="Wingdings" pitchFamily="34" charset="0"/>
              <a:buChar char="§"/>
            </a:pPr>
            <a:r>
              <a:rPr lang="en-US" dirty="0">
                <a:cs typeface="Arial"/>
                <a:hlinkClick r:id="rId3"/>
              </a:rPr>
              <a:t>Automatic Shot Dispenser</a:t>
            </a:r>
            <a:r>
              <a:rPr lang="en-US" dirty="0">
                <a:cs typeface="Arial"/>
              </a:rPr>
              <a:t> </a:t>
            </a:r>
            <a:endParaRPr lang="en-US"/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Timed drink dispenser w/ air pump </a:t>
            </a:r>
          </a:p>
          <a:p>
            <a:pPr lvl="2" indent="-179070">
              <a:buClr>
                <a:srgbClr val="276F8B"/>
              </a:buClr>
              <a:buFont typeface="Wingdings" pitchFamily="34" charset="0"/>
              <a:buChar char="§"/>
            </a:pPr>
            <a:r>
              <a:rPr lang="en-US" dirty="0">
                <a:cs typeface="Arial"/>
              </a:rPr>
              <a:t>Automatic Soda Dispenser </a:t>
            </a:r>
          </a:p>
          <a:p>
            <a:pPr>
              <a:buClr>
                <a:srgbClr val="276F8B"/>
              </a:buClr>
            </a:pPr>
            <a:r>
              <a:rPr lang="en-US" dirty="0">
                <a:cs typeface="Arial"/>
              </a:rPr>
              <a:t>Device Improvements </a:t>
            </a:r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Previous versions only dispense for a set time/volume </a:t>
            </a:r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My device will dispense for as long as the button is pushed </a:t>
            </a:r>
          </a:p>
          <a:p>
            <a:pPr lvl="2" indent="-179070">
              <a:buClr>
                <a:srgbClr val="276F8B"/>
              </a:buClr>
              <a:buFont typeface="Wingdings" pitchFamily="34" charset="0"/>
              <a:buChar char="§"/>
            </a:pPr>
            <a:r>
              <a:rPr lang="en-US" dirty="0">
                <a:cs typeface="Arial"/>
              </a:rPr>
              <a:t>Works for different drink volumes </a:t>
            </a:r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My device will dispense multiple drinks </a:t>
            </a:r>
            <a:endParaRPr lang="en-US" dirty="0"/>
          </a:p>
          <a:p>
            <a:pPr lvl="2" indent="-179070">
              <a:buClr>
                <a:srgbClr val="276F8B"/>
              </a:buClr>
              <a:buFont typeface="Wingdings" pitchFamily="34" charset="0"/>
              <a:buChar char="§"/>
            </a:pPr>
            <a:r>
              <a:rPr lang="en-US" dirty="0">
                <a:cs typeface="Arial"/>
              </a:rPr>
              <a:t>Works for mixing drinks </a:t>
            </a:r>
          </a:p>
          <a:p>
            <a:pPr lvl="1">
              <a:buClr>
                <a:srgbClr val="276F8B"/>
              </a:buClr>
            </a:pPr>
            <a:r>
              <a:rPr lang="en-US" dirty="0">
                <a:cs typeface="Arial"/>
              </a:rPr>
              <a:t>My device will have a set button that mixes your favorite drink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75FDB-37E5-8030-79A0-D02961E3D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068" y="2836843"/>
            <a:ext cx="2201927" cy="1643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B350A3-0E69-654C-204E-60F067355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5899" y="2836842"/>
            <a:ext cx="2148756" cy="161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A3EE6431-A3F7-4B76-E993-F7EE1BBE7D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94" r="189" b="46824"/>
          <a:stretch>
            <a:fillRect/>
          </a:stretch>
        </p:blipFill>
        <p:spPr>
          <a:xfrm>
            <a:off x="2200279" y="1302418"/>
            <a:ext cx="7179827" cy="462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EA3-93A8-4943-9F3A-4798FB13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Block Diagram</a:t>
            </a:r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74727A51-21D9-11DA-997B-7AEA9F84D2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278" r="94" b="-73"/>
          <a:stretch>
            <a:fillRect/>
          </a:stretch>
        </p:blipFill>
        <p:spPr>
          <a:xfrm>
            <a:off x="1734055" y="1428749"/>
            <a:ext cx="8723896" cy="448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1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67B-51C2-4E0B-B52A-83BD9F0E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/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7F4B-CB02-4D02-BE84-F6BC57D0F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9117044"/>
              </p:ext>
            </p:extLst>
          </p:nvPr>
        </p:nvGraphicFramePr>
        <p:xfrm>
          <a:off x="609600" y="1295400"/>
          <a:ext cx="10972800" cy="212343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837714">
                  <a:extLst>
                    <a:ext uri="{9D8B030D-6E8A-4147-A177-3AD203B41FA5}">
                      <a16:colId xmlns:a16="http://schemas.microsoft.com/office/drawing/2014/main" val="36752534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7205878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5658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EDES301</a:t>
                      </a:r>
                    </a:p>
                    <a:p>
                      <a:pPr algn="ctr"/>
                      <a:r>
                        <a:rPr lang="en-US" dirty="0"/>
                        <a:t> to Buy?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  <a:cs typeface="Arial"/>
                          <a:hlinkClick r:id="rId2"/>
                        </a:rPr>
                        <a:t>Submersible mini DC motors (4pk)</a:t>
                      </a: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 (Amazon)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9.96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  <a:cs typeface="Arial"/>
                          <a:hlinkClick r:id="rId3"/>
                        </a:rPr>
                        <a:t>Food safe silicone tubing</a:t>
                      </a: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 (Amazon)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5.98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2661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  <a:cs typeface="Arial"/>
                          <a:hlinkClick r:id="rId4"/>
                        </a:rPr>
                        <a:t>IR break beam sensor (1x)</a:t>
                      </a: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dirty="0"/>
                        <a:t>Yes (Amazon)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7.99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495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TOTAL COST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892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5461109-2BE1-6C7E-0107-67E35B7363CE}"/>
              </a:ext>
            </a:extLst>
          </p:cNvPr>
          <p:cNvSpPr txBox="1"/>
          <p:nvPr/>
        </p:nvSpPr>
        <p:spPr>
          <a:xfrm>
            <a:off x="623323" y="3990473"/>
            <a:ext cx="1095646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Arial"/>
              </a:rPr>
              <a:t>Additional Materials (no purchase necessary) </a:t>
            </a:r>
            <a:endParaRPr lang="en-US" dirty="0"/>
          </a:p>
          <a:p>
            <a:r>
              <a:rPr lang="en-US" b="1" i="1" dirty="0">
                <a:cs typeface="Arial"/>
              </a:rPr>
              <a:t>OEDK provided: </a:t>
            </a:r>
            <a:r>
              <a:rPr lang="en-US" dirty="0">
                <a:cs typeface="Arial"/>
              </a:rPr>
              <a:t>Hot glue gun, resistors (4x 10 </a:t>
            </a:r>
            <a:r>
              <a:rPr lang="en-US" dirty="0" err="1">
                <a:ea typeface="+mn-lt"/>
                <a:cs typeface="+mn-lt"/>
              </a:rPr>
              <a:t>kΩ</a:t>
            </a:r>
            <a:r>
              <a:rPr lang="en-US" dirty="0">
                <a:cs typeface="Arial"/>
              </a:rPr>
              <a:t>), wires, beagle board, scissors, buttons (3x), USB A to USB C converter, NPN transistors (2x PN2222), diodes (2x 1N4001), batteries (3x AA)</a:t>
            </a:r>
          </a:p>
          <a:p>
            <a:r>
              <a:rPr lang="en-US" b="1" i="1" dirty="0">
                <a:cs typeface="Arial"/>
              </a:rPr>
              <a:t>Servery provided: </a:t>
            </a:r>
            <a:r>
              <a:rPr lang="en-US" dirty="0">
                <a:cs typeface="Arial"/>
              </a:rPr>
              <a:t>Cup, drinks, drink containers </a:t>
            </a:r>
          </a:p>
        </p:txBody>
      </p:sp>
    </p:spTree>
    <p:extLst>
      <p:ext uri="{BB962C8B-B14F-4D97-AF65-F5344CB8AC3E}">
        <p14:creationId xmlns:p14="http://schemas.microsoft.com/office/powerpoint/2010/main" val="11312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8529</TotalTime>
  <Words>264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Diamond Grid 16x9</vt:lpstr>
      <vt:lpstr>EDES 301  Drink Dispenser Proposal</vt:lpstr>
      <vt:lpstr>Background Information</vt:lpstr>
      <vt:lpstr>System Block Diagram</vt:lpstr>
      <vt:lpstr>Power Block Diagram</vt:lpstr>
      <vt:lpstr>Components / Budget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Erik Welsh</cp:lastModifiedBy>
  <cp:revision>630</cp:revision>
  <dcterms:created xsi:type="dcterms:W3CDTF">2018-01-09T20:24:50Z</dcterms:created>
  <dcterms:modified xsi:type="dcterms:W3CDTF">2026-10-05T02:57:04Z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